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9" r:id="rId3"/>
    <p:sldId id="258" r:id="rId4"/>
  </p:sldIdLst>
  <p:sldSz cx="18288000" cy="10287000"/>
  <p:notesSz cx="7559675" cy="10691813"/>
  <p:embeddedFontLst>
    <p:embeddedFont>
      <p:font typeface="Calibri (MS)" panose="020B0604020202020204" charset="0"/>
      <p:regular r:id="rId5"/>
      <p:bold r:id="rId5"/>
    </p:embeddedFont>
    <p:embeddedFont>
      <p:font typeface="Calibri (MS) Bold" panose="020B0604020202020204" charset="0"/>
      <p:regular r:id="rId6"/>
      <p:bold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480" y="507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_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Logo_Fixed">
            <a:extLst>
              <a:ext uri="{FF2B5EF4-FFF2-40B4-BE49-F238E27FC236}">
                <a16:creationId xmlns:a16="http://schemas.microsoft.com/office/drawing/2014/main" id="{1A14BC88-EF7D-D443-8D53-D42A8F29727A}"/>
              </a:ext>
            </a:extLst>
          </p:cNvPr>
          <p:cNvGrpSpPr/>
          <p:nvPr userDrawn="1"/>
        </p:nvGrpSpPr>
        <p:grpSpPr>
          <a:xfrm>
            <a:off x="16503120" y="7868160"/>
            <a:ext cx="1775160" cy="1708200"/>
            <a:chOff x="16503120" y="7868160"/>
            <a:chExt cx="1775160" cy="17082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53A4326D-595C-3F71-8D14-F72E514456FF}"/>
                </a:ext>
              </a:extLst>
            </p:cNvPr>
            <p:cNvSpPr/>
            <p:nvPr/>
          </p:nvSpPr>
          <p:spPr>
            <a:xfrm>
              <a:off x="16503120" y="7868160"/>
              <a:ext cx="1775160" cy="1708200"/>
            </a:xfrm>
            <a:custGeom>
              <a:avLst/>
              <a:gdLst>
                <a:gd name="textAreaLeft" fmla="*/ 0 w 1775160"/>
                <a:gd name="textAreaRight" fmla="*/ 1775520 w 1775160"/>
                <a:gd name="textAreaTop" fmla="*/ 0 h 1708200"/>
                <a:gd name="textAreaBottom" fmla="*/ 1708560 h 1708200"/>
              </a:gdLst>
              <a:ahLst/>
              <a:cxnLst/>
              <a:rect l="textAreaLeft" t="textAreaTop" r="textAreaRight" b="textAreaBottom"/>
              <a:pathLst>
                <a:path w="2367153" h="2278126">
                  <a:moveTo>
                    <a:pt x="0" y="0"/>
                  </a:moveTo>
                  <a:lnTo>
                    <a:pt x="2367153" y="0"/>
                  </a:lnTo>
                  <a:lnTo>
                    <a:pt x="2367153" y="2278126"/>
                  </a:lnTo>
                  <a:lnTo>
                    <a:pt x="0" y="227812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3" name="Header_Fixed">
            <a:extLst>
              <a:ext uri="{FF2B5EF4-FFF2-40B4-BE49-F238E27FC236}">
                <a16:creationId xmlns:a16="http://schemas.microsoft.com/office/drawing/2014/main" id="{E262DC74-85B3-7F65-7DED-DC284CCD3B28}"/>
              </a:ext>
            </a:extLst>
          </p:cNvPr>
          <p:cNvGrpSpPr/>
          <p:nvPr userDrawn="1"/>
        </p:nvGrpSpPr>
        <p:grpSpPr>
          <a:xfrm>
            <a:off x="0" y="0"/>
            <a:ext cx="18297000" cy="785160"/>
            <a:chOff x="0" y="0"/>
            <a:chExt cx="18297000" cy="78516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113F694-EEB7-4711-E18A-8A813192B723}"/>
                </a:ext>
              </a:extLst>
            </p:cNvPr>
            <p:cNvGrpSpPr/>
            <p:nvPr userDrawn="1"/>
          </p:nvGrpSpPr>
          <p:grpSpPr>
            <a:xfrm>
              <a:off x="0" y="0"/>
              <a:ext cx="18297000" cy="785160"/>
              <a:chOff x="0" y="0"/>
              <a:chExt cx="18297000" cy="785160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3C4CC7D1-8DC2-A712-2B8D-1AB8CFFF02A2}"/>
                  </a:ext>
                </a:extLst>
              </p:cNvPr>
              <p:cNvSpPr/>
              <p:nvPr/>
            </p:nvSpPr>
            <p:spPr>
              <a:xfrm>
                <a:off x="0" y="0"/>
                <a:ext cx="18297000" cy="785160"/>
              </a:xfrm>
              <a:custGeom>
                <a:avLst/>
                <a:gdLst>
                  <a:gd name="textAreaLeft" fmla="*/ 0 w 18297000"/>
                  <a:gd name="textAreaRight" fmla="*/ 18297360 w 18297000"/>
                  <a:gd name="textAreaTop" fmla="*/ 0 h 785160"/>
                  <a:gd name="textAreaBottom" fmla="*/ 785520 h 785160"/>
                </a:gdLst>
                <a:ahLst/>
                <a:cxnLst/>
                <a:rect l="textAreaLeft" t="textAreaTop" r="textAreaRight" b="textAreaBottom"/>
                <a:pathLst>
                  <a:path w="24396700" h="1047242">
                    <a:moveTo>
                      <a:pt x="0" y="0"/>
                    </a:moveTo>
                    <a:lnTo>
                      <a:pt x="24396700" y="0"/>
                    </a:lnTo>
                    <a:lnTo>
                      <a:pt x="24396700" y="1047242"/>
                    </a:lnTo>
                    <a:lnTo>
                      <a:pt x="0" y="1047242"/>
                    </a:lnTo>
                    <a:close/>
                  </a:path>
                </a:pathLst>
              </a:custGeom>
              <a:solidFill>
                <a:srgbClr val="FFFF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" name="Header_Fixed">
              <a:extLst>
                <a:ext uri="{FF2B5EF4-FFF2-40B4-BE49-F238E27FC236}">
                  <a16:creationId xmlns:a16="http://schemas.microsoft.com/office/drawing/2014/main" id="{0A2ADF1F-14A5-E2CE-3E5F-1ED9C38403E9}"/>
                </a:ext>
              </a:extLst>
            </p:cNvPr>
            <p:cNvSpPr/>
            <p:nvPr userDrawn="1"/>
          </p:nvSpPr>
          <p:spPr>
            <a:xfrm>
              <a:off x="1106295" y="92515"/>
              <a:ext cx="16200120" cy="59907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algn="ctr" defTabSz="914400">
                <a:lnSpc>
                  <a:spcPts val="5043"/>
                </a:lnSpc>
              </a:pPr>
              <a:r>
                <a:rPr lang="hi-IN" sz="3600" b="1" u="none" strike="noStrike" dirty="0">
                  <a:solidFill>
                    <a:srgbClr val="FF0000"/>
                  </a:solidFill>
                  <a:effectLst/>
                  <a:uFillTx/>
                  <a:latin typeface="Calibri (MS) Bold"/>
                  <a:cs typeface="Calibri (MS) Bold"/>
                </a:rPr>
                <a:t>ফ্রিতে ক্লাসের </a:t>
              </a:r>
              <a:r>
                <a:rPr lang="en-US" sz="3600" b="1" u="none" strike="noStrike" dirty="0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pdf </a:t>
              </a:r>
              <a:r>
                <a:rPr lang="hi-IN" sz="3600" b="1" u="none" strike="noStrike" dirty="0">
                  <a:solidFill>
                    <a:srgbClr val="FF0000"/>
                  </a:solidFill>
                  <a:effectLst/>
                  <a:uFillTx/>
                  <a:latin typeface="Calibri (MS) Bold"/>
                  <a:cs typeface="Calibri (MS) Bold"/>
                </a:rPr>
                <a:t>ও স্টাডি নোটস পেতে </a:t>
              </a:r>
              <a:r>
                <a:rPr lang="en-US" sz="3600" b="1" u="none" strike="noStrike" dirty="0" err="1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whatsapp</a:t>
              </a:r>
              <a:r>
                <a:rPr lang="en-US" sz="3600" b="1" u="none" strike="noStrike" dirty="0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 </a:t>
              </a:r>
              <a:r>
                <a:rPr lang="hi-IN" sz="3600" b="1" u="none" strike="noStrike" dirty="0">
                  <a:solidFill>
                    <a:srgbClr val="FF0000"/>
                  </a:solidFill>
                  <a:effectLst/>
                  <a:uFillTx/>
                  <a:latin typeface="Calibri (MS) Bold"/>
                  <a:cs typeface="Calibri (MS) Bold"/>
                </a:rPr>
                <a:t>করো </a:t>
              </a:r>
              <a:r>
                <a:rPr lang="en-US" sz="3600" b="1" u="none" strike="noStrike" dirty="0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6296621018 </a:t>
              </a:r>
              <a:r>
                <a:rPr lang="hi-IN" sz="3600" b="1" u="none" strike="noStrike" dirty="0">
                  <a:solidFill>
                    <a:srgbClr val="FF0000"/>
                  </a:solidFill>
                  <a:effectLst/>
                  <a:uFillTx/>
                  <a:latin typeface="Calibri (MS) Bold"/>
                  <a:cs typeface="Calibri (MS) Bold"/>
                </a:rPr>
                <a:t>এই নাম্বারে</a:t>
              </a:r>
              <a:endParaRPr lang="en-US" sz="36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" name="Options_Changable">
            <a:extLst>
              <a:ext uri="{FF2B5EF4-FFF2-40B4-BE49-F238E27FC236}">
                <a16:creationId xmlns:a16="http://schemas.microsoft.com/office/drawing/2014/main" id="{70A96767-9AC4-3291-8A7F-DAB52849AF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55" y="1190625"/>
            <a:ext cx="17602199" cy="3038475"/>
          </a:xfrm>
          <a:prstGeom prst="rect">
            <a:avLst/>
          </a:prstGeom>
        </p:spPr>
        <p:txBody>
          <a:bodyPr/>
          <a:lstStyle>
            <a:lvl1pPr marL="228600" indent="-228600">
              <a:buFontTx/>
              <a:buNone/>
              <a:defRPr lang="as-IN" sz="2800" b="1" i="0" smtClean="0">
                <a:solidFill>
                  <a:schemeClr val="bg1"/>
                </a:solidFill>
                <a:effectLst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Question Placeholder</a:t>
            </a:r>
          </a:p>
        </p:txBody>
      </p:sp>
      <p:sp>
        <p:nvSpPr>
          <p:cNvPr id="18" name="Questions_Changable">
            <a:extLst>
              <a:ext uri="{FF2B5EF4-FFF2-40B4-BE49-F238E27FC236}">
                <a16:creationId xmlns:a16="http://schemas.microsoft.com/office/drawing/2014/main" id="{5658FEA0-E667-D8AE-E8C0-DC5081A9B6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5254" y="4675102"/>
            <a:ext cx="15711046" cy="4630823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>
                <a:solidFill>
                  <a:schemeClr val="bg1"/>
                </a:solidFill>
              </a:defRPr>
            </a:lvl1pPr>
            <a:lvl2pPr>
              <a:buFontTx/>
              <a:buNone/>
              <a:defRPr>
                <a:solidFill>
                  <a:schemeClr val="bg1"/>
                </a:solidFill>
              </a:defRPr>
            </a:lvl2pPr>
            <a:lvl3pPr>
              <a:buFontTx/>
              <a:buNone/>
              <a:defRPr>
                <a:solidFill>
                  <a:schemeClr val="bg1"/>
                </a:solidFill>
              </a:defRPr>
            </a:lvl3pPr>
            <a:lvl4pPr>
              <a:buFontTx/>
              <a:buNone/>
              <a:defRPr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Options Placeholder</a:t>
            </a:r>
          </a:p>
        </p:txBody>
      </p:sp>
      <p:grpSp>
        <p:nvGrpSpPr>
          <p:cNvPr id="32" name="Footer_Fixed">
            <a:extLst>
              <a:ext uri="{FF2B5EF4-FFF2-40B4-BE49-F238E27FC236}">
                <a16:creationId xmlns:a16="http://schemas.microsoft.com/office/drawing/2014/main" id="{7480041A-2275-5FD0-B73B-A30531821B24}"/>
              </a:ext>
            </a:extLst>
          </p:cNvPr>
          <p:cNvGrpSpPr/>
          <p:nvPr userDrawn="1"/>
        </p:nvGrpSpPr>
        <p:grpSpPr>
          <a:xfrm>
            <a:off x="-19080" y="9559777"/>
            <a:ext cx="18297000" cy="857903"/>
            <a:chOff x="-19080" y="9559777"/>
            <a:chExt cx="18297000" cy="85790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6B10172-71AF-BD80-C022-EF0E1DB553F7}"/>
                </a:ext>
              </a:extLst>
            </p:cNvPr>
            <p:cNvGrpSpPr/>
            <p:nvPr userDrawn="1"/>
          </p:nvGrpSpPr>
          <p:grpSpPr>
            <a:xfrm>
              <a:off x="-19080" y="9846720"/>
              <a:ext cx="18297000" cy="448200"/>
              <a:chOff x="-19080" y="9846720"/>
              <a:chExt cx="18297000" cy="448200"/>
            </a:xfrm>
          </p:grpSpPr>
          <p:sp>
            <p:nvSpPr>
              <p:cNvPr id="20" name="Freeform 3">
                <a:extLst>
                  <a:ext uri="{FF2B5EF4-FFF2-40B4-BE49-F238E27FC236}">
                    <a16:creationId xmlns:a16="http://schemas.microsoft.com/office/drawing/2014/main" id="{15627456-DBFD-A446-9A6D-65A95DB35571}"/>
                  </a:ext>
                </a:extLst>
              </p:cNvPr>
              <p:cNvSpPr/>
              <p:nvPr/>
            </p:nvSpPr>
            <p:spPr>
              <a:xfrm>
                <a:off x="-19080" y="9846720"/>
                <a:ext cx="18297000" cy="448200"/>
              </a:xfrm>
              <a:custGeom>
                <a:avLst/>
                <a:gdLst>
                  <a:gd name="textAreaLeft" fmla="*/ 0 w 18297000"/>
                  <a:gd name="textAreaRight" fmla="*/ 18297360 w 18297000"/>
                  <a:gd name="textAreaTop" fmla="*/ 0 h 448200"/>
                  <a:gd name="textAreaBottom" fmla="*/ 448560 h 448200"/>
                </a:gdLst>
                <a:ahLst/>
                <a:cxnLst/>
                <a:rect l="textAreaLeft" t="textAreaTop" r="textAreaRight" b="textAreaBottom"/>
                <a:pathLst>
                  <a:path w="24396700" h="597916">
                    <a:moveTo>
                      <a:pt x="0" y="0"/>
                    </a:moveTo>
                    <a:lnTo>
                      <a:pt x="24396700" y="0"/>
                    </a:lnTo>
                    <a:lnTo>
                      <a:pt x="24396700" y="597916"/>
                    </a:lnTo>
                    <a:lnTo>
                      <a:pt x="0" y="597916"/>
                    </a:lnTo>
                    <a:close/>
                  </a:path>
                </a:pathLst>
              </a:custGeom>
              <a:solidFill>
                <a:srgbClr val="FFFF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TextBox 8">
              <a:extLst>
                <a:ext uri="{FF2B5EF4-FFF2-40B4-BE49-F238E27FC236}">
                  <a16:creationId xmlns:a16="http://schemas.microsoft.com/office/drawing/2014/main" id="{CF16FE38-BFC8-E965-F72D-2EE6253FB4EC}"/>
                </a:ext>
              </a:extLst>
            </p:cNvPr>
            <p:cNvSpPr/>
            <p:nvPr userDrawn="1"/>
          </p:nvSpPr>
          <p:spPr>
            <a:xfrm>
              <a:off x="91440" y="9638280"/>
              <a:ext cx="5083920" cy="77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5043"/>
                </a:lnSpc>
              </a:pPr>
              <a:r>
                <a:rPr lang="en-US" sz="4200" b="1" u="none" strike="noStrike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Visit us – strivers.co.in</a:t>
              </a:r>
              <a:endParaRPr lang="en-US" sz="4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TextBox 10">
              <a:extLst>
                <a:ext uri="{FF2B5EF4-FFF2-40B4-BE49-F238E27FC236}">
                  <a16:creationId xmlns:a16="http://schemas.microsoft.com/office/drawing/2014/main" id="{560E5557-31D5-A5E0-B599-2842667B6A2A}"/>
                </a:ext>
              </a:extLst>
            </p:cNvPr>
            <p:cNvSpPr/>
            <p:nvPr userDrawn="1"/>
          </p:nvSpPr>
          <p:spPr>
            <a:xfrm>
              <a:off x="6675480" y="9591840"/>
              <a:ext cx="4946040" cy="77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5043"/>
                </a:lnSpc>
              </a:pPr>
              <a:r>
                <a:rPr lang="en-US" sz="4200" b="1" u="none" strike="noStrike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Like|Share|Comment</a:t>
              </a:r>
              <a:endParaRPr lang="en-US" sz="4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3" name="Group 12">
              <a:extLst>
                <a:ext uri="{FF2B5EF4-FFF2-40B4-BE49-F238E27FC236}">
                  <a16:creationId xmlns:a16="http://schemas.microsoft.com/office/drawing/2014/main" id="{E145F81A-8FFA-064F-2327-DE8B9C1F8D04}"/>
                </a:ext>
              </a:extLst>
            </p:cNvPr>
            <p:cNvGrpSpPr/>
            <p:nvPr userDrawn="1"/>
          </p:nvGrpSpPr>
          <p:grpSpPr>
            <a:xfrm>
              <a:off x="-19080" y="9846720"/>
              <a:ext cx="18297000" cy="448200"/>
              <a:chOff x="-19080" y="9846720"/>
              <a:chExt cx="18297000" cy="448200"/>
            </a:xfrm>
          </p:grpSpPr>
          <p:sp>
            <p:nvSpPr>
              <p:cNvPr id="24" name="Freeform 13">
                <a:extLst>
                  <a:ext uri="{FF2B5EF4-FFF2-40B4-BE49-F238E27FC236}">
                    <a16:creationId xmlns:a16="http://schemas.microsoft.com/office/drawing/2014/main" id="{57D23314-1A8E-8570-557A-9AE621202484}"/>
                  </a:ext>
                </a:extLst>
              </p:cNvPr>
              <p:cNvSpPr/>
              <p:nvPr/>
            </p:nvSpPr>
            <p:spPr>
              <a:xfrm>
                <a:off x="-19080" y="9846720"/>
                <a:ext cx="18297000" cy="448200"/>
              </a:xfrm>
              <a:custGeom>
                <a:avLst/>
                <a:gdLst>
                  <a:gd name="textAreaLeft" fmla="*/ 0 w 18297000"/>
                  <a:gd name="textAreaRight" fmla="*/ 18297360 w 18297000"/>
                  <a:gd name="textAreaTop" fmla="*/ 0 h 448200"/>
                  <a:gd name="textAreaBottom" fmla="*/ 448560 h 448200"/>
                </a:gdLst>
                <a:ahLst/>
                <a:cxnLst/>
                <a:rect l="textAreaLeft" t="textAreaTop" r="textAreaRight" b="textAreaBottom"/>
                <a:pathLst>
                  <a:path w="24396700" h="597916">
                    <a:moveTo>
                      <a:pt x="0" y="0"/>
                    </a:moveTo>
                    <a:lnTo>
                      <a:pt x="24396700" y="0"/>
                    </a:lnTo>
                    <a:lnTo>
                      <a:pt x="24396700" y="597916"/>
                    </a:lnTo>
                    <a:lnTo>
                      <a:pt x="0" y="597916"/>
                    </a:lnTo>
                    <a:close/>
                  </a:path>
                </a:pathLst>
              </a:custGeom>
              <a:solidFill>
                <a:srgbClr val="FFFF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TextBox 14">
              <a:extLst>
                <a:ext uri="{FF2B5EF4-FFF2-40B4-BE49-F238E27FC236}">
                  <a16:creationId xmlns:a16="http://schemas.microsoft.com/office/drawing/2014/main" id="{02E57312-7339-1DBF-89E8-908987D15D24}"/>
                </a:ext>
              </a:extLst>
            </p:cNvPr>
            <p:cNvSpPr/>
            <p:nvPr userDrawn="1"/>
          </p:nvSpPr>
          <p:spPr>
            <a:xfrm>
              <a:off x="91440" y="9638280"/>
              <a:ext cx="5083920" cy="77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5043"/>
                </a:lnSpc>
              </a:pPr>
              <a:r>
                <a:rPr lang="en-US" sz="4200" b="1" u="none" strike="noStrike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Visit us – strivers.co.in</a:t>
              </a:r>
              <a:endParaRPr lang="en-US" sz="4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TextBox 16">
              <a:extLst>
                <a:ext uri="{FF2B5EF4-FFF2-40B4-BE49-F238E27FC236}">
                  <a16:creationId xmlns:a16="http://schemas.microsoft.com/office/drawing/2014/main" id="{D411D7F7-0B1C-EF9E-69BD-7D9DD43E6B1F}"/>
                </a:ext>
              </a:extLst>
            </p:cNvPr>
            <p:cNvSpPr/>
            <p:nvPr userDrawn="1"/>
          </p:nvSpPr>
          <p:spPr>
            <a:xfrm>
              <a:off x="6675480" y="9591840"/>
              <a:ext cx="4946040" cy="77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5043"/>
                </a:lnSpc>
              </a:pPr>
              <a:r>
                <a:rPr lang="en-US" sz="4200" b="1" u="none" strike="noStrike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Like|Share|Comment</a:t>
              </a:r>
              <a:endParaRPr lang="en-US" sz="4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7" name="Group 19">
              <a:extLst>
                <a:ext uri="{FF2B5EF4-FFF2-40B4-BE49-F238E27FC236}">
                  <a16:creationId xmlns:a16="http://schemas.microsoft.com/office/drawing/2014/main" id="{05EE15BA-FA17-A702-FD59-A29D2C3E77DB}"/>
                </a:ext>
              </a:extLst>
            </p:cNvPr>
            <p:cNvGrpSpPr/>
            <p:nvPr userDrawn="1"/>
          </p:nvGrpSpPr>
          <p:grpSpPr>
            <a:xfrm>
              <a:off x="-19080" y="9559777"/>
              <a:ext cx="18297000" cy="734783"/>
              <a:chOff x="-19080" y="9677520"/>
              <a:chExt cx="18297000" cy="617040"/>
            </a:xfrm>
          </p:grpSpPr>
          <p:sp>
            <p:nvSpPr>
              <p:cNvPr id="28" name="Freeform 20">
                <a:extLst>
                  <a:ext uri="{FF2B5EF4-FFF2-40B4-BE49-F238E27FC236}">
                    <a16:creationId xmlns:a16="http://schemas.microsoft.com/office/drawing/2014/main" id="{2036F753-F48B-6719-FE34-E52DD27B3035}"/>
                  </a:ext>
                </a:extLst>
              </p:cNvPr>
              <p:cNvSpPr/>
              <p:nvPr/>
            </p:nvSpPr>
            <p:spPr>
              <a:xfrm>
                <a:off x="-19080" y="9677520"/>
                <a:ext cx="18297000" cy="617040"/>
              </a:xfrm>
              <a:custGeom>
                <a:avLst/>
                <a:gdLst>
                  <a:gd name="textAreaLeft" fmla="*/ 0 w 18297000"/>
                  <a:gd name="textAreaRight" fmla="*/ 18297360 w 18297000"/>
                  <a:gd name="textAreaTop" fmla="*/ 0 h 617040"/>
                  <a:gd name="textAreaBottom" fmla="*/ 617400 h 617040"/>
                </a:gdLst>
                <a:ahLst/>
                <a:cxnLst/>
                <a:rect l="textAreaLeft" t="textAreaTop" r="textAreaRight" b="textAreaBottom"/>
                <a:pathLst>
                  <a:path w="24396700" h="823252">
                    <a:moveTo>
                      <a:pt x="0" y="0"/>
                    </a:moveTo>
                    <a:lnTo>
                      <a:pt x="24396700" y="0"/>
                    </a:lnTo>
                    <a:lnTo>
                      <a:pt x="24396700" y="823252"/>
                    </a:lnTo>
                    <a:lnTo>
                      <a:pt x="0" y="823252"/>
                    </a:lnTo>
                    <a:close/>
                  </a:path>
                </a:pathLst>
              </a:custGeom>
              <a:solidFill>
                <a:srgbClr val="FFFF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" name="TextBox 21">
              <a:extLst>
                <a:ext uri="{FF2B5EF4-FFF2-40B4-BE49-F238E27FC236}">
                  <a16:creationId xmlns:a16="http://schemas.microsoft.com/office/drawing/2014/main" id="{67D4F21E-C3AF-2277-EBD1-20651DA28BD2}"/>
                </a:ext>
              </a:extLst>
            </p:cNvPr>
            <p:cNvSpPr/>
            <p:nvPr userDrawn="1"/>
          </p:nvSpPr>
          <p:spPr>
            <a:xfrm>
              <a:off x="91440" y="9581859"/>
              <a:ext cx="5328285" cy="64120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algn="ctr" defTabSz="914400">
                <a:lnSpc>
                  <a:spcPts val="5043"/>
                </a:lnSpc>
              </a:pPr>
              <a:r>
                <a:rPr lang="en-US" sz="4200" b="1" u="none" strike="noStrike" dirty="0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Visit Us - strivers.co.in</a:t>
              </a:r>
              <a:endParaRPr lang="en-US" sz="42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TextBox 23">
              <a:extLst>
                <a:ext uri="{FF2B5EF4-FFF2-40B4-BE49-F238E27FC236}">
                  <a16:creationId xmlns:a16="http://schemas.microsoft.com/office/drawing/2014/main" id="{4A5803CD-1AEF-CD87-064B-922850F54A3F}"/>
                </a:ext>
              </a:extLst>
            </p:cNvPr>
            <p:cNvSpPr/>
            <p:nvPr userDrawn="1"/>
          </p:nvSpPr>
          <p:spPr>
            <a:xfrm>
              <a:off x="6571410" y="9613607"/>
              <a:ext cx="4946040" cy="77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5043"/>
                </a:lnSpc>
              </a:pPr>
              <a:r>
                <a:rPr lang="en-US" sz="4200" b="1" u="none" strike="noStrike" dirty="0" err="1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Like|Share|Comment</a:t>
              </a:r>
              <a:endParaRPr lang="en-US" sz="42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Footer_Fixed">
              <a:extLst>
                <a:ext uri="{FF2B5EF4-FFF2-40B4-BE49-F238E27FC236}">
                  <a16:creationId xmlns:a16="http://schemas.microsoft.com/office/drawing/2014/main" id="{7112F98B-82A7-2417-B972-6D09088A4B88}"/>
                </a:ext>
              </a:extLst>
            </p:cNvPr>
            <p:cNvSpPr/>
            <p:nvPr userDrawn="1"/>
          </p:nvSpPr>
          <p:spPr>
            <a:xfrm>
              <a:off x="12408345" y="9666855"/>
              <a:ext cx="5673915" cy="55162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algn="ctr" defTabSz="914400">
                <a:lnSpc>
                  <a:spcPts val="4323"/>
                </a:lnSpc>
              </a:pPr>
              <a:r>
                <a:rPr lang="en-US" sz="4200" b="1" u="none" strike="noStrike" dirty="0" err="1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Whatsapp</a:t>
              </a:r>
              <a:r>
                <a:rPr lang="en-US" sz="4200" b="1" u="none" strike="noStrike" dirty="0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 - 6296621018</a:t>
              </a:r>
              <a:endParaRPr lang="en-US" sz="42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475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motional_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Scanners_Fixed">
            <a:extLst>
              <a:ext uri="{FF2B5EF4-FFF2-40B4-BE49-F238E27FC236}">
                <a16:creationId xmlns:a16="http://schemas.microsoft.com/office/drawing/2014/main" id="{DCD88D95-426B-1143-3EAA-8AA390B916DA}"/>
              </a:ext>
            </a:extLst>
          </p:cNvPr>
          <p:cNvGrpSpPr/>
          <p:nvPr userDrawn="1"/>
        </p:nvGrpSpPr>
        <p:grpSpPr>
          <a:xfrm>
            <a:off x="590368" y="1194854"/>
            <a:ext cx="17107264" cy="8072972"/>
            <a:chOff x="590368" y="1194854"/>
            <a:chExt cx="17107264" cy="8072972"/>
          </a:xfrm>
        </p:grpSpPr>
        <p:sp>
          <p:nvSpPr>
            <p:cNvPr id="7" name="Whatsapp_Fixed">
              <a:extLst>
                <a:ext uri="{FF2B5EF4-FFF2-40B4-BE49-F238E27FC236}">
                  <a16:creationId xmlns:a16="http://schemas.microsoft.com/office/drawing/2014/main" id="{78F458A7-FB8C-72E1-4BE6-2DE00EF8841F}"/>
                </a:ext>
              </a:extLst>
            </p:cNvPr>
            <p:cNvSpPr/>
            <p:nvPr userDrawn="1"/>
          </p:nvSpPr>
          <p:spPr>
            <a:xfrm>
              <a:off x="590368" y="1226918"/>
              <a:ext cx="6629401" cy="8040908"/>
            </a:xfrm>
            <a:custGeom>
              <a:avLst/>
              <a:gdLst>
                <a:gd name="textAreaLeft" fmla="*/ 0 w 6976800"/>
                <a:gd name="textAreaRight" fmla="*/ 6977160 w 6976800"/>
                <a:gd name="textAreaTop" fmla="*/ 0 h 7862040"/>
                <a:gd name="textAreaBottom" fmla="*/ 7862400 h 7862040"/>
              </a:gdLst>
              <a:ahLst/>
              <a:cxnLst/>
              <a:rect l="textAreaLeft" t="textAreaTop" r="textAreaRight" b="textAreaBottom"/>
              <a:pathLst>
                <a:path w="6977185" h="7862551">
                  <a:moveTo>
                    <a:pt x="0" y="0"/>
                  </a:moveTo>
                  <a:lnTo>
                    <a:pt x="6977185" y="0"/>
                  </a:lnTo>
                  <a:lnTo>
                    <a:pt x="6977185" y="7862550"/>
                  </a:lnTo>
                  <a:lnTo>
                    <a:pt x="0" y="78625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Telegram_Fixed">
              <a:extLst>
                <a:ext uri="{FF2B5EF4-FFF2-40B4-BE49-F238E27FC236}">
                  <a16:creationId xmlns:a16="http://schemas.microsoft.com/office/drawing/2014/main" id="{CB232DAA-41A8-85EF-105A-AEABC65E5B4A}"/>
                </a:ext>
              </a:extLst>
            </p:cNvPr>
            <p:cNvSpPr/>
            <p:nvPr userDrawn="1"/>
          </p:nvSpPr>
          <p:spPr>
            <a:xfrm>
              <a:off x="11068231" y="1194854"/>
              <a:ext cx="6629401" cy="8040909"/>
            </a:xfrm>
            <a:custGeom>
              <a:avLst/>
              <a:gdLst>
                <a:gd name="textAreaLeft" fmla="*/ 0 w 6282000"/>
                <a:gd name="textAreaRight" fmla="*/ 6282360 w 6282000"/>
                <a:gd name="textAreaTop" fmla="*/ 0 h 8499600"/>
                <a:gd name="textAreaBottom" fmla="*/ 8499960 h 8499600"/>
              </a:gdLst>
              <a:ahLst/>
              <a:cxnLst/>
              <a:rect l="textAreaLeft" t="textAreaTop" r="textAreaRight" b="textAreaBottom"/>
              <a:pathLst>
                <a:path w="6282294" h="8499823">
                  <a:moveTo>
                    <a:pt x="0" y="0"/>
                  </a:moveTo>
                  <a:lnTo>
                    <a:pt x="6282295" y="0"/>
                  </a:lnTo>
                  <a:lnTo>
                    <a:pt x="6282295" y="8499823"/>
                  </a:lnTo>
                  <a:lnTo>
                    <a:pt x="0" y="849982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" name="Logo_Fixed">
            <a:extLst>
              <a:ext uri="{FF2B5EF4-FFF2-40B4-BE49-F238E27FC236}">
                <a16:creationId xmlns:a16="http://schemas.microsoft.com/office/drawing/2014/main" id="{E7E73C62-715D-4302-5B9D-7B12916C171D}"/>
              </a:ext>
            </a:extLst>
          </p:cNvPr>
          <p:cNvGrpSpPr/>
          <p:nvPr userDrawn="1"/>
        </p:nvGrpSpPr>
        <p:grpSpPr>
          <a:xfrm>
            <a:off x="7981072" y="3754164"/>
            <a:ext cx="2325855" cy="2214174"/>
            <a:chOff x="16371720" y="7752240"/>
            <a:chExt cx="1775160" cy="1708200"/>
          </a:xfrm>
        </p:grpSpPr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9F32355E-90D0-9F98-7822-CBED21D7EB9A}"/>
                </a:ext>
              </a:extLst>
            </p:cNvPr>
            <p:cNvSpPr/>
            <p:nvPr/>
          </p:nvSpPr>
          <p:spPr>
            <a:xfrm>
              <a:off x="16371720" y="7752240"/>
              <a:ext cx="1775160" cy="1708200"/>
            </a:xfrm>
            <a:custGeom>
              <a:avLst/>
              <a:gdLst>
                <a:gd name="textAreaLeft" fmla="*/ 0 w 1775160"/>
                <a:gd name="textAreaRight" fmla="*/ 1775520 w 1775160"/>
                <a:gd name="textAreaTop" fmla="*/ 0 h 1708200"/>
                <a:gd name="textAreaBottom" fmla="*/ 1708560 h 1708200"/>
              </a:gdLst>
              <a:ahLst/>
              <a:cxnLst/>
              <a:rect l="textAreaLeft" t="textAreaTop" r="textAreaRight" b="textAreaBottom"/>
              <a:pathLst>
                <a:path w="2367153" h="2278126">
                  <a:moveTo>
                    <a:pt x="0" y="0"/>
                  </a:moveTo>
                  <a:lnTo>
                    <a:pt x="2367153" y="0"/>
                  </a:lnTo>
                  <a:lnTo>
                    <a:pt x="2367153" y="2278126"/>
                  </a:lnTo>
                  <a:lnTo>
                    <a:pt x="0" y="227812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" name="Footer_Fixed">
            <a:extLst>
              <a:ext uri="{FF2B5EF4-FFF2-40B4-BE49-F238E27FC236}">
                <a16:creationId xmlns:a16="http://schemas.microsoft.com/office/drawing/2014/main" id="{75C6E85E-EC62-8BE7-11A8-042453CF2CDF}"/>
              </a:ext>
            </a:extLst>
          </p:cNvPr>
          <p:cNvGrpSpPr/>
          <p:nvPr userDrawn="1"/>
        </p:nvGrpSpPr>
        <p:grpSpPr>
          <a:xfrm>
            <a:off x="-19080" y="9559777"/>
            <a:ext cx="18297000" cy="857903"/>
            <a:chOff x="-19080" y="9559777"/>
            <a:chExt cx="18297000" cy="85790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13EA1AB-7C0D-8FDF-774B-99A286D3D827}"/>
                </a:ext>
              </a:extLst>
            </p:cNvPr>
            <p:cNvGrpSpPr/>
            <p:nvPr userDrawn="1"/>
          </p:nvGrpSpPr>
          <p:grpSpPr>
            <a:xfrm>
              <a:off x="-19080" y="9846720"/>
              <a:ext cx="18297000" cy="448200"/>
              <a:chOff x="-19080" y="9846720"/>
              <a:chExt cx="18297000" cy="448200"/>
            </a:xfrm>
          </p:grpSpPr>
          <p:sp>
            <p:nvSpPr>
              <p:cNvPr id="39" name="Freeform 3">
                <a:extLst>
                  <a:ext uri="{FF2B5EF4-FFF2-40B4-BE49-F238E27FC236}">
                    <a16:creationId xmlns:a16="http://schemas.microsoft.com/office/drawing/2014/main" id="{12A0746C-9E5E-7888-D90E-78F3277A3B87}"/>
                  </a:ext>
                </a:extLst>
              </p:cNvPr>
              <p:cNvSpPr/>
              <p:nvPr/>
            </p:nvSpPr>
            <p:spPr>
              <a:xfrm>
                <a:off x="-19080" y="9846720"/>
                <a:ext cx="18297000" cy="448200"/>
              </a:xfrm>
              <a:custGeom>
                <a:avLst/>
                <a:gdLst>
                  <a:gd name="textAreaLeft" fmla="*/ 0 w 18297000"/>
                  <a:gd name="textAreaRight" fmla="*/ 18297360 w 18297000"/>
                  <a:gd name="textAreaTop" fmla="*/ 0 h 448200"/>
                  <a:gd name="textAreaBottom" fmla="*/ 448560 h 448200"/>
                </a:gdLst>
                <a:ahLst/>
                <a:cxnLst/>
                <a:rect l="textAreaLeft" t="textAreaTop" r="textAreaRight" b="textAreaBottom"/>
                <a:pathLst>
                  <a:path w="24396700" h="597916">
                    <a:moveTo>
                      <a:pt x="0" y="0"/>
                    </a:moveTo>
                    <a:lnTo>
                      <a:pt x="24396700" y="0"/>
                    </a:lnTo>
                    <a:lnTo>
                      <a:pt x="24396700" y="597916"/>
                    </a:lnTo>
                    <a:lnTo>
                      <a:pt x="0" y="597916"/>
                    </a:lnTo>
                    <a:close/>
                  </a:path>
                </a:pathLst>
              </a:custGeom>
              <a:solidFill>
                <a:srgbClr val="FFFF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6C78A1A7-F618-F28D-AF12-F1B1069FC893}"/>
                </a:ext>
              </a:extLst>
            </p:cNvPr>
            <p:cNvSpPr/>
            <p:nvPr userDrawn="1"/>
          </p:nvSpPr>
          <p:spPr>
            <a:xfrm>
              <a:off x="91440" y="9638280"/>
              <a:ext cx="5083920" cy="77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5043"/>
                </a:lnSpc>
              </a:pPr>
              <a:r>
                <a:rPr lang="en-US" sz="4200" b="1" u="none" strike="noStrike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Visit us – strivers.co.in</a:t>
              </a:r>
              <a:endParaRPr lang="en-US" sz="4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TextBox 10">
              <a:extLst>
                <a:ext uri="{FF2B5EF4-FFF2-40B4-BE49-F238E27FC236}">
                  <a16:creationId xmlns:a16="http://schemas.microsoft.com/office/drawing/2014/main" id="{4C3DA1C7-7ED3-274E-7FF3-4B1DB9706DD7}"/>
                </a:ext>
              </a:extLst>
            </p:cNvPr>
            <p:cNvSpPr/>
            <p:nvPr userDrawn="1"/>
          </p:nvSpPr>
          <p:spPr>
            <a:xfrm>
              <a:off x="6675480" y="9591840"/>
              <a:ext cx="4946040" cy="77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5043"/>
                </a:lnSpc>
              </a:pPr>
              <a:r>
                <a:rPr lang="en-US" sz="4200" b="1" u="none" strike="noStrike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Like|Share|Comment</a:t>
              </a:r>
              <a:endParaRPr lang="en-US" sz="4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0" name="Group 12">
              <a:extLst>
                <a:ext uri="{FF2B5EF4-FFF2-40B4-BE49-F238E27FC236}">
                  <a16:creationId xmlns:a16="http://schemas.microsoft.com/office/drawing/2014/main" id="{48D7D64D-F222-D5FF-4669-7F4CA82E5089}"/>
                </a:ext>
              </a:extLst>
            </p:cNvPr>
            <p:cNvGrpSpPr/>
            <p:nvPr userDrawn="1"/>
          </p:nvGrpSpPr>
          <p:grpSpPr>
            <a:xfrm>
              <a:off x="-19080" y="9846720"/>
              <a:ext cx="18297000" cy="448200"/>
              <a:chOff x="-19080" y="9846720"/>
              <a:chExt cx="18297000" cy="448200"/>
            </a:xfrm>
          </p:grpSpPr>
          <p:sp>
            <p:nvSpPr>
              <p:cNvPr id="38" name="Freeform 13">
                <a:extLst>
                  <a:ext uri="{FF2B5EF4-FFF2-40B4-BE49-F238E27FC236}">
                    <a16:creationId xmlns:a16="http://schemas.microsoft.com/office/drawing/2014/main" id="{5761124B-8ADF-8955-482E-7E3A65B4023D}"/>
                  </a:ext>
                </a:extLst>
              </p:cNvPr>
              <p:cNvSpPr/>
              <p:nvPr/>
            </p:nvSpPr>
            <p:spPr>
              <a:xfrm>
                <a:off x="-19080" y="9846720"/>
                <a:ext cx="18297000" cy="448200"/>
              </a:xfrm>
              <a:custGeom>
                <a:avLst/>
                <a:gdLst>
                  <a:gd name="textAreaLeft" fmla="*/ 0 w 18297000"/>
                  <a:gd name="textAreaRight" fmla="*/ 18297360 w 18297000"/>
                  <a:gd name="textAreaTop" fmla="*/ 0 h 448200"/>
                  <a:gd name="textAreaBottom" fmla="*/ 448560 h 448200"/>
                </a:gdLst>
                <a:ahLst/>
                <a:cxnLst/>
                <a:rect l="textAreaLeft" t="textAreaTop" r="textAreaRight" b="textAreaBottom"/>
                <a:pathLst>
                  <a:path w="24396700" h="597916">
                    <a:moveTo>
                      <a:pt x="0" y="0"/>
                    </a:moveTo>
                    <a:lnTo>
                      <a:pt x="24396700" y="0"/>
                    </a:lnTo>
                    <a:lnTo>
                      <a:pt x="24396700" y="597916"/>
                    </a:lnTo>
                    <a:lnTo>
                      <a:pt x="0" y="597916"/>
                    </a:lnTo>
                    <a:close/>
                  </a:path>
                </a:pathLst>
              </a:custGeom>
              <a:solidFill>
                <a:srgbClr val="FFFF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" name="TextBox 14">
              <a:extLst>
                <a:ext uri="{FF2B5EF4-FFF2-40B4-BE49-F238E27FC236}">
                  <a16:creationId xmlns:a16="http://schemas.microsoft.com/office/drawing/2014/main" id="{3BBD6FE3-1CCE-4BA6-92EA-CF914FE583A1}"/>
                </a:ext>
              </a:extLst>
            </p:cNvPr>
            <p:cNvSpPr/>
            <p:nvPr userDrawn="1"/>
          </p:nvSpPr>
          <p:spPr>
            <a:xfrm>
              <a:off x="91440" y="9638280"/>
              <a:ext cx="5083920" cy="77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5043"/>
                </a:lnSpc>
              </a:pPr>
              <a:r>
                <a:rPr lang="en-US" sz="4200" b="1" u="none" strike="noStrike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Visit us – strivers.co.in</a:t>
              </a:r>
              <a:endParaRPr lang="en-US" sz="4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TextBox 16">
              <a:extLst>
                <a:ext uri="{FF2B5EF4-FFF2-40B4-BE49-F238E27FC236}">
                  <a16:creationId xmlns:a16="http://schemas.microsoft.com/office/drawing/2014/main" id="{11BF06DE-9D24-73C3-38AF-BDC0BC31282C}"/>
                </a:ext>
              </a:extLst>
            </p:cNvPr>
            <p:cNvSpPr/>
            <p:nvPr userDrawn="1"/>
          </p:nvSpPr>
          <p:spPr>
            <a:xfrm>
              <a:off x="6675480" y="9591840"/>
              <a:ext cx="4946040" cy="77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5043"/>
                </a:lnSpc>
              </a:pPr>
              <a:r>
                <a:rPr lang="en-US" sz="4200" b="1" u="none" strike="noStrike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Like|Share|Comment</a:t>
              </a:r>
              <a:endParaRPr lang="en-US" sz="4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3" name="Group 19">
              <a:extLst>
                <a:ext uri="{FF2B5EF4-FFF2-40B4-BE49-F238E27FC236}">
                  <a16:creationId xmlns:a16="http://schemas.microsoft.com/office/drawing/2014/main" id="{751AE0DC-8C57-868A-64B9-2191C9CD7AEF}"/>
                </a:ext>
              </a:extLst>
            </p:cNvPr>
            <p:cNvGrpSpPr/>
            <p:nvPr userDrawn="1"/>
          </p:nvGrpSpPr>
          <p:grpSpPr>
            <a:xfrm>
              <a:off x="-19080" y="9559777"/>
              <a:ext cx="18297000" cy="734783"/>
              <a:chOff x="-19080" y="9677520"/>
              <a:chExt cx="18297000" cy="617040"/>
            </a:xfrm>
          </p:grpSpPr>
          <p:sp>
            <p:nvSpPr>
              <p:cNvPr id="37" name="Freeform 20">
                <a:extLst>
                  <a:ext uri="{FF2B5EF4-FFF2-40B4-BE49-F238E27FC236}">
                    <a16:creationId xmlns:a16="http://schemas.microsoft.com/office/drawing/2014/main" id="{1F705BCC-AF1C-83B9-C5B5-96A0942BC413}"/>
                  </a:ext>
                </a:extLst>
              </p:cNvPr>
              <p:cNvSpPr/>
              <p:nvPr/>
            </p:nvSpPr>
            <p:spPr>
              <a:xfrm>
                <a:off x="-19080" y="9677520"/>
                <a:ext cx="18297000" cy="617040"/>
              </a:xfrm>
              <a:custGeom>
                <a:avLst/>
                <a:gdLst>
                  <a:gd name="textAreaLeft" fmla="*/ 0 w 18297000"/>
                  <a:gd name="textAreaRight" fmla="*/ 18297360 w 18297000"/>
                  <a:gd name="textAreaTop" fmla="*/ 0 h 617040"/>
                  <a:gd name="textAreaBottom" fmla="*/ 617400 h 617040"/>
                </a:gdLst>
                <a:ahLst/>
                <a:cxnLst/>
                <a:rect l="textAreaLeft" t="textAreaTop" r="textAreaRight" b="textAreaBottom"/>
                <a:pathLst>
                  <a:path w="24396700" h="823252">
                    <a:moveTo>
                      <a:pt x="0" y="0"/>
                    </a:moveTo>
                    <a:lnTo>
                      <a:pt x="24396700" y="0"/>
                    </a:lnTo>
                    <a:lnTo>
                      <a:pt x="24396700" y="823252"/>
                    </a:lnTo>
                    <a:lnTo>
                      <a:pt x="0" y="823252"/>
                    </a:lnTo>
                    <a:close/>
                  </a:path>
                </a:pathLst>
              </a:custGeom>
              <a:solidFill>
                <a:srgbClr val="FFFF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4" name="TextBox 21">
              <a:extLst>
                <a:ext uri="{FF2B5EF4-FFF2-40B4-BE49-F238E27FC236}">
                  <a16:creationId xmlns:a16="http://schemas.microsoft.com/office/drawing/2014/main" id="{4A3ED0F1-5CD5-CBA7-40AF-5661F13A20FF}"/>
                </a:ext>
              </a:extLst>
            </p:cNvPr>
            <p:cNvSpPr/>
            <p:nvPr userDrawn="1"/>
          </p:nvSpPr>
          <p:spPr>
            <a:xfrm>
              <a:off x="91440" y="9581859"/>
              <a:ext cx="5328285" cy="64120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algn="ctr" defTabSz="914400">
                <a:lnSpc>
                  <a:spcPts val="5043"/>
                </a:lnSpc>
              </a:pPr>
              <a:r>
                <a:rPr lang="en-US" sz="4200" b="1" u="none" strike="noStrike" dirty="0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Visit Us - strivers.co.in</a:t>
              </a:r>
              <a:endParaRPr lang="en-US" sz="42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TextBox 23">
              <a:extLst>
                <a:ext uri="{FF2B5EF4-FFF2-40B4-BE49-F238E27FC236}">
                  <a16:creationId xmlns:a16="http://schemas.microsoft.com/office/drawing/2014/main" id="{6D9E4F0C-1E9B-4C7A-AE8B-828C810E4A47}"/>
                </a:ext>
              </a:extLst>
            </p:cNvPr>
            <p:cNvSpPr/>
            <p:nvPr userDrawn="1"/>
          </p:nvSpPr>
          <p:spPr>
            <a:xfrm>
              <a:off x="6571410" y="9613607"/>
              <a:ext cx="4946040" cy="779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5043"/>
                </a:lnSpc>
              </a:pPr>
              <a:r>
                <a:rPr lang="en-US" sz="4200" b="1" u="none" strike="noStrike" dirty="0" err="1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Like|Share|Comment</a:t>
              </a:r>
              <a:endParaRPr lang="en-US" sz="42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Footer_Fixed">
              <a:extLst>
                <a:ext uri="{FF2B5EF4-FFF2-40B4-BE49-F238E27FC236}">
                  <a16:creationId xmlns:a16="http://schemas.microsoft.com/office/drawing/2014/main" id="{9A851D7E-B840-2993-1198-569DBB3A9E7D}"/>
                </a:ext>
              </a:extLst>
            </p:cNvPr>
            <p:cNvSpPr/>
            <p:nvPr userDrawn="1"/>
          </p:nvSpPr>
          <p:spPr>
            <a:xfrm>
              <a:off x="12408345" y="9666855"/>
              <a:ext cx="5673915" cy="55162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algn="ctr" defTabSz="914400">
                <a:lnSpc>
                  <a:spcPts val="4323"/>
                </a:lnSpc>
              </a:pPr>
              <a:r>
                <a:rPr lang="en-US" sz="4200" b="1" u="none" strike="noStrike" dirty="0" err="1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Whatsapp</a:t>
              </a:r>
              <a:r>
                <a:rPr lang="en-US" sz="4200" b="1" u="none" strike="noStrike" dirty="0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 - 6296621018</a:t>
              </a:r>
              <a:endParaRPr lang="en-US" sz="42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7" name="Header_Fixed">
            <a:extLst>
              <a:ext uri="{FF2B5EF4-FFF2-40B4-BE49-F238E27FC236}">
                <a16:creationId xmlns:a16="http://schemas.microsoft.com/office/drawing/2014/main" id="{7D439D35-5FD9-B093-74CC-9CBEE598F166}"/>
              </a:ext>
            </a:extLst>
          </p:cNvPr>
          <p:cNvSpPr/>
          <p:nvPr userDrawn="1"/>
        </p:nvSpPr>
        <p:spPr>
          <a:xfrm>
            <a:off x="1106295" y="92515"/>
            <a:ext cx="16200120" cy="59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lnSpc>
                <a:spcPts val="5043"/>
              </a:lnSpc>
            </a:pPr>
            <a:r>
              <a:rPr lang="hi-IN" sz="3600" b="1" u="none" strike="noStrike" dirty="0">
                <a:solidFill>
                  <a:srgbClr val="FF0000"/>
                </a:solidFill>
                <a:effectLst/>
                <a:uFillTx/>
                <a:latin typeface="Calibri (MS) Bold"/>
                <a:cs typeface="Calibri (MS) Bold"/>
              </a:rPr>
              <a:t>ফ্রিতে ক্লাসের </a:t>
            </a:r>
            <a:r>
              <a:rPr lang="en-US" sz="3600" b="1" u="none" strike="noStrike" dirty="0">
                <a:solidFill>
                  <a:srgbClr val="FF0000"/>
                </a:solidFill>
                <a:effectLst/>
                <a:uFillTx/>
                <a:latin typeface="Calibri (MS) Bold"/>
                <a:ea typeface="Calibri (MS) Bold"/>
              </a:rPr>
              <a:t>pdf </a:t>
            </a:r>
            <a:r>
              <a:rPr lang="hi-IN" sz="3600" b="1" u="none" strike="noStrike" dirty="0">
                <a:solidFill>
                  <a:srgbClr val="FF0000"/>
                </a:solidFill>
                <a:effectLst/>
                <a:uFillTx/>
                <a:latin typeface="Calibri (MS) Bold"/>
                <a:cs typeface="Calibri (MS) Bold"/>
              </a:rPr>
              <a:t>ও স্টাডি নোটস পেতে </a:t>
            </a:r>
            <a:r>
              <a:rPr lang="en-US" sz="3600" b="1" u="none" strike="noStrike" dirty="0" err="1">
                <a:solidFill>
                  <a:srgbClr val="FF0000"/>
                </a:solidFill>
                <a:effectLst/>
                <a:uFillTx/>
                <a:latin typeface="Calibri (MS) Bold"/>
                <a:ea typeface="Calibri (MS) Bold"/>
              </a:rPr>
              <a:t>whatsapp</a:t>
            </a:r>
            <a:r>
              <a:rPr lang="en-US" sz="3600" b="1" u="none" strike="noStrike" dirty="0">
                <a:solidFill>
                  <a:srgbClr val="FF0000"/>
                </a:solidFill>
                <a:effectLst/>
                <a:uFillTx/>
                <a:latin typeface="Calibri (MS) Bold"/>
                <a:ea typeface="Calibri (MS) Bold"/>
              </a:rPr>
              <a:t> </a:t>
            </a:r>
            <a:r>
              <a:rPr lang="hi-IN" sz="3600" b="1" u="none" strike="noStrike" dirty="0">
                <a:solidFill>
                  <a:srgbClr val="FF0000"/>
                </a:solidFill>
                <a:effectLst/>
                <a:uFillTx/>
                <a:latin typeface="Calibri (MS) Bold"/>
                <a:cs typeface="Calibri (MS) Bold"/>
              </a:rPr>
              <a:t>করো </a:t>
            </a:r>
            <a:r>
              <a:rPr lang="en-US" sz="3600" b="1" u="none" strike="noStrike" dirty="0">
                <a:solidFill>
                  <a:srgbClr val="FF0000"/>
                </a:solidFill>
                <a:effectLst/>
                <a:uFillTx/>
                <a:latin typeface="Calibri (MS) Bold"/>
                <a:ea typeface="Calibri (MS) Bold"/>
              </a:rPr>
              <a:t>6296621018 </a:t>
            </a:r>
            <a:r>
              <a:rPr lang="hi-IN" sz="3600" b="1" u="none" strike="noStrike" dirty="0">
                <a:solidFill>
                  <a:srgbClr val="FF0000"/>
                </a:solidFill>
                <a:effectLst/>
                <a:uFillTx/>
                <a:latin typeface="Calibri (MS) Bold"/>
                <a:cs typeface="Calibri (MS) Bold"/>
              </a:rPr>
              <a:t>এই নাম্বারে</a:t>
            </a:r>
            <a:endParaRPr lang="en-US" sz="3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0" name="Header_Fixed">
            <a:extLst>
              <a:ext uri="{FF2B5EF4-FFF2-40B4-BE49-F238E27FC236}">
                <a16:creationId xmlns:a16="http://schemas.microsoft.com/office/drawing/2014/main" id="{8574C754-8133-D249-F45F-18854B16C383}"/>
              </a:ext>
            </a:extLst>
          </p:cNvPr>
          <p:cNvGrpSpPr/>
          <p:nvPr userDrawn="1"/>
        </p:nvGrpSpPr>
        <p:grpSpPr>
          <a:xfrm>
            <a:off x="0" y="0"/>
            <a:ext cx="18297000" cy="785160"/>
            <a:chOff x="0" y="0"/>
            <a:chExt cx="18297000" cy="785160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F9341E4-E3A5-EA25-27A2-EA5F73157EFC}"/>
                </a:ext>
              </a:extLst>
            </p:cNvPr>
            <p:cNvGrpSpPr/>
            <p:nvPr userDrawn="1"/>
          </p:nvGrpSpPr>
          <p:grpSpPr>
            <a:xfrm>
              <a:off x="0" y="0"/>
              <a:ext cx="18297000" cy="785160"/>
              <a:chOff x="0" y="0"/>
              <a:chExt cx="18297000" cy="785160"/>
            </a:xfrm>
          </p:grpSpPr>
          <p:sp>
            <p:nvSpPr>
              <p:cNvPr id="53" name="Freeform 7">
                <a:extLst>
                  <a:ext uri="{FF2B5EF4-FFF2-40B4-BE49-F238E27FC236}">
                    <a16:creationId xmlns:a16="http://schemas.microsoft.com/office/drawing/2014/main" id="{2D1122C6-9CF3-6B6C-AAD6-BE966F1C436D}"/>
                  </a:ext>
                </a:extLst>
              </p:cNvPr>
              <p:cNvSpPr/>
              <p:nvPr/>
            </p:nvSpPr>
            <p:spPr>
              <a:xfrm>
                <a:off x="0" y="0"/>
                <a:ext cx="18297000" cy="785160"/>
              </a:xfrm>
              <a:custGeom>
                <a:avLst/>
                <a:gdLst>
                  <a:gd name="textAreaLeft" fmla="*/ 0 w 18297000"/>
                  <a:gd name="textAreaRight" fmla="*/ 18297360 w 18297000"/>
                  <a:gd name="textAreaTop" fmla="*/ 0 h 785160"/>
                  <a:gd name="textAreaBottom" fmla="*/ 785520 h 785160"/>
                </a:gdLst>
                <a:ahLst/>
                <a:cxnLst/>
                <a:rect l="textAreaLeft" t="textAreaTop" r="textAreaRight" b="textAreaBottom"/>
                <a:pathLst>
                  <a:path w="24396700" h="1047242">
                    <a:moveTo>
                      <a:pt x="0" y="0"/>
                    </a:moveTo>
                    <a:lnTo>
                      <a:pt x="24396700" y="0"/>
                    </a:lnTo>
                    <a:lnTo>
                      <a:pt x="24396700" y="1047242"/>
                    </a:lnTo>
                    <a:lnTo>
                      <a:pt x="0" y="1047242"/>
                    </a:lnTo>
                    <a:close/>
                  </a:path>
                </a:pathLst>
              </a:custGeom>
              <a:solidFill>
                <a:srgbClr val="FFFF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" name="Header_Fixed">
              <a:extLst>
                <a:ext uri="{FF2B5EF4-FFF2-40B4-BE49-F238E27FC236}">
                  <a16:creationId xmlns:a16="http://schemas.microsoft.com/office/drawing/2014/main" id="{352CEF76-EF30-F948-2B39-4B6A7407F459}"/>
                </a:ext>
              </a:extLst>
            </p:cNvPr>
            <p:cNvSpPr/>
            <p:nvPr userDrawn="1"/>
          </p:nvSpPr>
          <p:spPr>
            <a:xfrm>
              <a:off x="1106295" y="92515"/>
              <a:ext cx="16200120" cy="59907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algn="ctr" defTabSz="914400">
                <a:lnSpc>
                  <a:spcPts val="5043"/>
                </a:lnSpc>
              </a:pPr>
              <a:r>
                <a:rPr lang="hi-IN" sz="3600" b="1" u="none" strike="noStrike" dirty="0">
                  <a:solidFill>
                    <a:srgbClr val="FF0000"/>
                  </a:solidFill>
                  <a:effectLst/>
                  <a:uFillTx/>
                  <a:latin typeface="Calibri (MS) Bold"/>
                  <a:cs typeface="Calibri (MS) Bold"/>
                </a:rPr>
                <a:t>ফ্রিতে ক্লাসের </a:t>
              </a:r>
              <a:r>
                <a:rPr lang="en-US" sz="3600" b="1" u="none" strike="noStrike" dirty="0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pdf </a:t>
              </a:r>
              <a:r>
                <a:rPr lang="hi-IN" sz="3600" b="1" u="none" strike="noStrike" dirty="0">
                  <a:solidFill>
                    <a:srgbClr val="FF0000"/>
                  </a:solidFill>
                  <a:effectLst/>
                  <a:uFillTx/>
                  <a:latin typeface="Calibri (MS) Bold"/>
                  <a:cs typeface="Calibri (MS) Bold"/>
                </a:rPr>
                <a:t>ও স্টাডি নোটস পেতে </a:t>
              </a:r>
              <a:r>
                <a:rPr lang="en-US" sz="3600" b="1" u="none" strike="noStrike" dirty="0" err="1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whatsapp</a:t>
              </a:r>
              <a:r>
                <a:rPr lang="en-US" sz="3600" b="1" u="none" strike="noStrike" dirty="0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 </a:t>
              </a:r>
              <a:r>
                <a:rPr lang="hi-IN" sz="3600" b="1" u="none" strike="noStrike" dirty="0">
                  <a:solidFill>
                    <a:srgbClr val="FF0000"/>
                  </a:solidFill>
                  <a:effectLst/>
                  <a:uFillTx/>
                  <a:latin typeface="Calibri (MS) Bold"/>
                  <a:cs typeface="Calibri (MS) Bold"/>
                </a:rPr>
                <a:t>করো </a:t>
              </a:r>
              <a:r>
                <a:rPr lang="en-US" sz="3600" b="1" u="none" strike="noStrike" dirty="0">
                  <a:solidFill>
                    <a:srgbClr val="FF0000"/>
                  </a:solidFill>
                  <a:effectLst/>
                  <a:uFillTx/>
                  <a:latin typeface="Calibri (MS) Bold"/>
                  <a:ea typeface="Calibri (MS) Bold"/>
                </a:rPr>
                <a:t>6296621018 </a:t>
              </a:r>
              <a:r>
                <a:rPr lang="hi-IN" sz="3600" b="1" u="none" strike="noStrike" dirty="0">
                  <a:solidFill>
                    <a:srgbClr val="FF0000"/>
                  </a:solidFill>
                  <a:effectLst/>
                  <a:uFillTx/>
                  <a:latin typeface="Calibri (MS) Bold"/>
                  <a:cs typeface="Calibri (MS) Bold"/>
                </a:rPr>
                <a:t>এই নাম্বারে</a:t>
              </a:r>
              <a:endParaRPr lang="en-US" sz="36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4208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D5938D-74BA-4F48-8F77-D4F37F1BD5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DB627E-391B-4267-B905-1443D5F32D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6285A3-EC9C-4B1E-A374-CD98BB2AD2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C940DB-4FD6-40FA-832A-224FF4212D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09AB79-82E7-468F-A2BD-A60F3BD2A6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9C10B7-2EFC-41B6-A799-445C718709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BF02EF-E349-4A41-807F-DD92415A4E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0B0F7C-801F-4631-B5A7-18547EB607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A12888-419E-4F12-86C8-88BA42ACAE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C8696F-B2DD-41CB-A1BE-22E691C251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1D5906-882F-4FB2-A87F-5FFF52B306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/>
          <p:cNvPicPr/>
          <p:nvPr/>
        </p:nvPicPr>
        <p:blipFill>
          <a:blip r:embed="rId2"/>
          <a:stretch/>
        </p:blipFill>
        <p:spPr>
          <a:xfrm>
            <a:off x="-12240" y="-7920"/>
            <a:ext cx="18287280" cy="10286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_Fixed">
            <a:extLst>
              <a:ext uri="{FF2B5EF4-FFF2-40B4-BE49-F238E27FC236}">
                <a16:creationId xmlns:a16="http://schemas.microsoft.com/office/drawing/2014/main" id="{8126A28B-BCBF-D06B-7978-03AE9CF467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800" dirty="0">
                <a:solidFill>
                  <a:srgbClr val="FFFF00"/>
                </a:solidFill>
                <a:latin typeface="Calibri (MS)"/>
                <a:ea typeface="Calibri (MS)"/>
              </a:rPr>
              <a:t>1.Which of the following factors best explains the rise of Magadha as a dominant </a:t>
            </a:r>
            <a:r>
              <a:rPr lang="en-US" sz="4800" dirty="0" err="1">
                <a:solidFill>
                  <a:srgbClr val="FFFF00"/>
                </a:solidFill>
                <a:latin typeface="Calibri (MS)"/>
                <a:ea typeface="Calibri (MS)"/>
              </a:rPr>
              <a:t>Mahajanapada</a:t>
            </a:r>
            <a:r>
              <a:rPr lang="en-US" sz="4800" dirty="0">
                <a:solidFill>
                  <a:srgbClr val="FFFF00"/>
                </a:solidFill>
                <a:latin typeface="Calibri (MS)"/>
                <a:ea typeface="Calibri (MS)"/>
              </a:rPr>
              <a:t>?</a:t>
            </a:r>
            <a:endParaRPr lang="en-US" sz="4800" dirty="0">
              <a:solidFill>
                <a:srgbClr val="FFFF00"/>
              </a:solidFill>
              <a:latin typeface="Calibri (MS)"/>
            </a:endParaRPr>
          </a:p>
          <a:p>
            <a:r>
              <a:rPr lang="as-IN" sz="3800" dirty="0">
                <a:solidFill>
                  <a:srgbClr val="FFFF00"/>
                </a:solidFill>
                <a:latin typeface="Calibri (MS)"/>
                <a:cs typeface="Calibri (MS)"/>
              </a:rPr>
              <a:t>১</a:t>
            </a:r>
            <a:r>
              <a:rPr lang="en-US" sz="3800" dirty="0">
                <a:solidFill>
                  <a:srgbClr val="FFFF00"/>
                </a:solidFill>
                <a:latin typeface="Calibri (MS)"/>
                <a:cs typeface="Calibri (MS)"/>
              </a:rPr>
              <a:t>. </a:t>
            </a:r>
            <a:r>
              <a:rPr lang="hi-IN" sz="3800" dirty="0">
                <a:solidFill>
                  <a:srgbClr val="FFFF00"/>
                </a:solidFill>
                <a:latin typeface="Calibri (MS)"/>
                <a:cs typeface="Calibri (MS)"/>
              </a:rPr>
              <a:t>মহাজনপদগুলির মধ্যে মগধের উত্থানের প্রধান কারণ কোনটি</a:t>
            </a:r>
            <a:r>
              <a:rPr lang="en-US" sz="3800" dirty="0">
                <a:solidFill>
                  <a:srgbClr val="FFFF00"/>
                </a:solidFill>
                <a:latin typeface="Calibri (MS)"/>
                <a:ea typeface="Calibri (MS)"/>
              </a:rPr>
              <a:t>?</a:t>
            </a:r>
            <a:endParaRPr lang="en-US" sz="38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Option_Fixed">
            <a:extLst>
              <a:ext uri="{FF2B5EF4-FFF2-40B4-BE49-F238E27FC236}">
                <a16:creationId xmlns:a16="http://schemas.microsoft.com/office/drawing/2014/main" id="{A97C2668-5917-00BF-9259-DF597CAB2A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468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0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MS) Bold"/>
                <a:ea typeface="Calibri (MS) Bold"/>
                <a:cs typeface="+mn-cs"/>
              </a:rPr>
              <a:t>A. Fertile land and access to river routes</a:t>
            </a:r>
            <a:r>
              <a:rPr kumimoji="0" lang="en-US" sz="390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Calibri (MS) Bold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Calibri (MS) Bold"/>
                <a:cs typeface="+mn-cs"/>
              </a:rPr>
              <a:t>(</a:t>
            </a:r>
            <a:r>
              <a:rPr kumimoji="0" lang="hi-I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MS) Bold"/>
                <a:ea typeface="+mn-ea"/>
                <a:cs typeface="Calibri (MS) Bold"/>
              </a:rPr>
              <a:t>উর্বর জমি ও নদীপথের সুবিধা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MS) Bold"/>
                <a:ea typeface="+mn-ea"/>
                <a:cs typeface="Calibri (MS) Bold"/>
              </a:rPr>
              <a:t>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468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0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MS) Bold"/>
                <a:ea typeface="Calibri (MS) Bold"/>
                <a:cs typeface="+mn-cs"/>
              </a:rPr>
              <a:t>B. Lack of natural resources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Calibri (MS) Bold"/>
                <a:cs typeface="+mn-cs"/>
              </a:rPr>
              <a:t>(</a:t>
            </a:r>
            <a:r>
              <a:rPr kumimoji="0" lang="hi-I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MS) Bold"/>
                <a:ea typeface="+mn-ea"/>
                <a:cs typeface="Calibri (MS) Bold"/>
              </a:rPr>
              <a:t>প্রাকৃতিক সম্পদের অভাব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MS) Bold"/>
                <a:ea typeface="+mn-ea"/>
                <a:cs typeface="Calibri (MS) Bold"/>
              </a:rPr>
              <a:t>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468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0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MS) Bold"/>
                <a:ea typeface="Calibri (MS) Bold"/>
                <a:cs typeface="+mn-cs"/>
              </a:rPr>
              <a:t>C. Isolation from other regions</a:t>
            </a:r>
            <a:r>
              <a:rPr kumimoji="0" lang="en-US" sz="390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Calibri (MS) Bold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Calibri (MS) Bold"/>
                <a:cs typeface="+mn-cs"/>
              </a:rPr>
              <a:t>(</a:t>
            </a:r>
            <a:r>
              <a:rPr kumimoji="0" lang="hi-I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MS) Bold"/>
                <a:ea typeface="+mn-ea"/>
                <a:cs typeface="Calibri (MS) Bold"/>
              </a:rPr>
              <a:t>অন্যান্য অঞ্চল থেকে বিচ্ছিন্নতা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MS) Bold"/>
                <a:ea typeface="+mn-ea"/>
                <a:cs typeface="Calibri (MS) Bold"/>
              </a:rPr>
              <a:t>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468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0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MS) Bold"/>
                <a:ea typeface="Calibri (MS) Bold"/>
                <a:cs typeface="+mn-cs"/>
              </a:rPr>
              <a:t>D. Weak administrative system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MS) Bold"/>
                <a:ea typeface="Calibri (MS) Bold"/>
                <a:cs typeface="+mn-cs"/>
              </a:rPr>
              <a:t>(</a:t>
            </a:r>
            <a:r>
              <a:rPr kumimoji="0" lang="as-IN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MS) Bold"/>
                <a:ea typeface="Calibri (MS) Bold"/>
                <a:cs typeface="+mn-cs"/>
              </a:rPr>
              <a:t>দুর্বল প্রশাসনিক ব্যবস্থা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MS) Bold"/>
                <a:ea typeface="Calibri (MS) Bold"/>
                <a:cs typeface="+mn-cs"/>
              </a:rPr>
              <a:t>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952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6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Words>77</Words>
  <Application>Microsoft Office PowerPoint</Application>
  <PresentationFormat>Custom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Times New Roman</vt:lpstr>
      <vt:lpstr>Calibri</vt:lpstr>
      <vt:lpstr>Calibri (MS) Bold</vt:lpstr>
      <vt:lpstr>Symbol</vt:lpstr>
      <vt:lpstr>Calibri (MS)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subject/>
  <dc:creator>dhritish mukherjee</dc:creator>
  <dc:description/>
  <cp:lastModifiedBy>dhritish mukherjee</cp:lastModifiedBy>
  <cp:revision>3</cp:revision>
  <dcterms:created xsi:type="dcterms:W3CDTF">2006-08-16T00:00:00Z</dcterms:created>
  <dcterms:modified xsi:type="dcterms:W3CDTF">2026-04-18T10:53:24Z</dcterms:modified>
  <dc:identifier>DAHCpQydDX4</dc:identifier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